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9A568FD2-7C3C-4253-9D44-83574B0D7BAD}" type="datetimeFigureOut">
              <a:rPr lang="ru-RU" smtClean="0"/>
              <a:t>30.01.2021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6BC1B-C421-4BFA-8C13-F6A6D71C2BE2}" type="slidenum">
              <a:rPr lang="ru-RU" smtClean="0"/>
              <a:t>‹#›</a:t>
            </a:fld>
            <a:endParaRPr lang="ru-R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29152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68FD2-7C3C-4253-9D44-83574B0D7BAD}" type="datetimeFigureOut">
              <a:rPr lang="ru-RU" smtClean="0"/>
              <a:t>30.01.2021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6BC1B-C421-4BFA-8C13-F6A6D71C2B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5558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68FD2-7C3C-4253-9D44-83574B0D7BAD}" type="datetimeFigureOut">
              <a:rPr lang="ru-RU" smtClean="0"/>
              <a:t>30.01.2021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6BC1B-C421-4BFA-8C13-F6A6D71C2BE2}" type="slidenum">
              <a:rPr lang="ru-RU" smtClean="0"/>
              <a:t>‹#›</a:t>
            </a:fld>
            <a:endParaRPr lang="ru-R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11598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68FD2-7C3C-4253-9D44-83574B0D7BAD}" type="datetimeFigureOut">
              <a:rPr lang="ru-RU" smtClean="0"/>
              <a:t>30.01.2021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6BC1B-C421-4BFA-8C13-F6A6D71C2B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72375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68FD2-7C3C-4253-9D44-83574B0D7BAD}" type="datetimeFigureOut">
              <a:rPr lang="ru-RU" smtClean="0"/>
              <a:t>30.01.2021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6BC1B-C421-4BFA-8C13-F6A6D71C2B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86106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68FD2-7C3C-4253-9D44-83574B0D7BAD}" type="datetimeFigureOut">
              <a:rPr lang="ru-RU" smtClean="0"/>
              <a:t>30.01.2021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6BC1B-C421-4BFA-8C13-F6A6D71C2B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63013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68FD2-7C3C-4253-9D44-83574B0D7BAD}" type="datetimeFigureOut">
              <a:rPr lang="ru-RU" smtClean="0"/>
              <a:t>30.01.2021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6BC1B-C421-4BFA-8C13-F6A6D71C2B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54746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68FD2-7C3C-4253-9D44-83574B0D7BAD}" type="datetimeFigureOut">
              <a:rPr lang="ru-RU" smtClean="0"/>
              <a:t>30.01.2021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6BC1B-C421-4BFA-8C13-F6A6D71C2B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04906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68FD2-7C3C-4253-9D44-83574B0D7BAD}" type="datetimeFigureOut">
              <a:rPr lang="ru-RU" smtClean="0"/>
              <a:t>30.01.2021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6BC1B-C421-4BFA-8C13-F6A6D71C2BE2}" type="slidenum">
              <a:rPr lang="ru-RU" smtClean="0"/>
              <a:t>‹#›</a:t>
            </a:fld>
            <a:endParaRPr lang="ru-R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83116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68FD2-7C3C-4253-9D44-83574B0D7BAD}" type="datetimeFigureOut">
              <a:rPr lang="ru-RU" smtClean="0"/>
              <a:t>30.01.2021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6BC1B-C421-4BFA-8C13-F6A6D71C2B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603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68FD2-7C3C-4253-9D44-83574B0D7BAD}" type="datetimeFigureOut">
              <a:rPr lang="ru-RU" smtClean="0"/>
              <a:t>30.01.2021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6BC1B-C421-4BFA-8C13-F6A6D71C2BE2}" type="slidenum">
              <a:rPr lang="ru-RU" smtClean="0"/>
              <a:t>‹#›</a:t>
            </a:fld>
            <a:endParaRPr lang="ru-RU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5845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A568FD2-7C3C-4253-9D44-83574B0D7BAD}" type="datetimeFigureOut">
              <a:rPr lang="ru-RU" smtClean="0"/>
              <a:t>30.01.2021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386BC1B-C421-4BFA-8C13-F6A6D71C2BE2}" type="slidenum">
              <a:rPr lang="ru-RU" smtClean="0"/>
              <a:t>‹#›</a:t>
            </a:fld>
            <a:endParaRPr lang="ru-RU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3979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Разработка информационной системы </a:t>
            </a:r>
            <a:r>
              <a:rPr lang="ru-RU" dirty="0" smtClean="0"/>
              <a:t>отеля.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Попов Никита</a:t>
            </a:r>
            <a:br>
              <a:rPr lang="ru-RU" dirty="0" smtClean="0"/>
            </a:br>
            <a:r>
              <a:rPr lang="ru-RU" dirty="0" smtClean="0"/>
              <a:t>группа 304</a:t>
            </a:r>
          </a:p>
          <a:p>
            <a:r>
              <a:rPr lang="ru-RU" dirty="0" smtClean="0"/>
              <a:t>Руководитель курсового проекта Е.А. Ларионова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208807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Задачи проекта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Главная задача проекта – спроектировать базу данных и создать приложение средствами, позволяющее </a:t>
            </a:r>
            <a:r>
              <a:rPr lang="ru-RU" smtClean="0"/>
              <a:t>вести данные </a:t>
            </a:r>
            <a:r>
              <a:rPr lang="ru-RU" dirty="0" smtClean="0"/>
              <a:t>о отеле.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034479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65242" y="553916"/>
            <a:ext cx="9692640" cy="1325562"/>
          </a:xfrm>
        </p:spPr>
        <p:txBody>
          <a:bodyPr/>
          <a:lstStyle/>
          <a:p>
            <a:r>
              <a:rPr lang="ru-RU" dirty="0"/>
              <a:t>Логическая модель базы данных</a:t>
            </a:r>
          </a:p>
        </p:txBody>
      </p:sp>
      <p:pic>
        <p:nvPicPr>
          <p:cNvPr id="5" name="Рисунок 4"/>
          <p:cNvPicPr/>
          <p:nvPr/>
        </p:nvPicPr>
        <p:blipFill>
          <a:blip r:embed="rId2"/>
          <a:stretch>
            <a:fillRect/>
          </a:stretch>
        </p:blipFill>
        <p:spPr>
          <a:xfrm>
            <a:off x="1682262" y="2067291"/>
            <a:ext cx="3200400" cy="3743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8603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77546" y="655906"/>
            <a:ext cx="10712235" cy="1325562"/>
          </a:xfrm>
        </p:spPr>
        <p:txBody>
          <a:bodyPr/>
          <a:lstStyle/>
          <a:p>
            <a:r>
              <a:rPr lang="ru-RU" dirty="0"/>
              <a:t>Архитектура информационной системы</a:t>
            </a:r>
          </a:p>
        </p:txBody>
      </p:sp>
      <p:pic>
        <p:nvPicPr>
          <p:cNvPr id="5" name="Рисунок 4"/>
          <p:cNvPicPr/>
          <p:nvPr/>
        </p:nvPicPr>
        <p:blipFill>
          <a:blip r:embed="rId2"/>
          <a:stretch>
            <a:fillRect/>
          </a:stretch>
        </p:blipFill>
        <p:spPr>
          <a:xfrm>
            <a:off x="3125787" y="2111057"/>
            <a:ext cx="5940425" cy="2635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66226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Средства разработки	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Средствами разработки информационной системы являются такие продукты компании </a:t>
            </a:r>
            <a:r>
              <a:rPr lang="en-US" dirty="0"/>
              <a:t>Microsoft</a:t>
            </a:r>
            <a:r>
              <a:rPr lang="ru-RU" dirty="0"/>
              <a:t>, как </a:t>
            </a:r>
            <a:r>
              <a:rPr lang="en-US" dirty="0"/>
              <a:t>Visual Studio 2019 </a:t>
            </a:r>
            <a:r>
              <a:rPr lang="ru-RU" dirty="0"/>
              <a:t>и </a:t>
            </a:r>
            <a:r>
              <a:rPr lang="en-US" dirty="0"/>
              <a:t>SQL Server Management Studio</a:t>
            </a:r>
            <a:r>
              <a:rPr lang="ru-RU" dirty="0"/>
              <a:t> 18.</a:t>
            </a:r>
          </a:p>
          <a:p>
            <a:r>
              <a:rPr lang="en-US" dirty="0"/>
              <a:t>Visual Studio 2019 – </a:t>
            </a:r>
            <a:r>
              <a:rPr lang="ru-RU" dirty="0"/>
              <a:t>интегрированная среда разработки программного обеспечения, включающая ряд других инструментальных средств.</a:t>
            </a:r>
          </a:p>
          <a:p>
            <a:r>
              <a:rPr lang="en-US" dirty="0"/>
              <a:t>SQL Server Management Studio</a:t>
            </a:r>
            <a:r>
              <a:rPr lang="ru-RU" dirty="0"/>
              <a:t> 18 – утилита для создания и ведения баз данных, включающая скриптовый </a:t>
            </a:r>
            <a:r>
              <a:rPr lang="ru-RU" dirty="0">
                <a:solidFill>
                  <a:schemeClr val="bg1"/>
                </a:solidFill>
              </a:rPr>
              <a:t>редактор и графическую программу.</a:t>
            </a:r>
          </a:p>
        </p:txBody>
      </p:sp>
      <p:pic>
        <p:nvPicPr>
          <p:cNvPr id="4" name="Picture 2" descr="Visual Studio for Mac: управляйте своей IDE с помощью клавиш ...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1872" y="4499182"/>
            <a:ext cx="3064703" cy="16809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Пошаговая инструкция: Особенности работы с SQL Server Management ...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3311" y="4490353"/>
            <a:ext cx="3064703" cy="16986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96337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Функции приложения</a:t>
            </a:r>
          </a:p>
        </p:txBody>
      </p:sp>
      <p:pic>
        <p:nvPicPr>
          <p:cNvPr id="5" name="Рисунок 4"/>
          <p:cNvPicPr/>
          <p:nvPr/>
        </p:nvPicPr>
        <p:blipFill>
          <a:blip r:embed="rId2"/>
          <a:stretch>
            <a:fillRect/>
          </a:stretch>
        </p:blipFill>
        <p:spPr>
          <a:xfrm>
            <a:off x="3438525" y="1704975"/>
            <a:ext cx="5314950" cy="3448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72865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Заключение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Подводя итоги необходимо сказать, что: 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Приложение и база данных были успешно выполнены, протестированы и готовы к работе в течение полутора месяцев. 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Во время выполнения проекта возникало множество проблем, которые были успешно решены. 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В будущем возможны доработки базы данных и приложения для более простого и удобного взаимодействия с пользователем, а так же с целью увеличения числа полезных функций.</a:t>
            </a:r>
            <a:endParaRPr lang="en-US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313925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44641" y="2468099"/>
            <a:ext cx="9692640" cy="1325562"/>
          </a:xfrm>
        </p:spPr>
        <p:txBody>
          <a:bodyPr/>
          <a:lstStyle/>
          <a:p>
            <a:pPr algn="ctr"/>
            <a:r>
              <a:rPr lang="ru-RU" dirty="0"/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366316001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нтеграл">
  <a:themeElements>
    <a:clrScheme name="Интеграл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Интеграл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Интеграл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11</TotalTime>
  <Words>176</Words>
  <Application>Microsoft Office PowerPoint</Application>
  <PresentationFormat>Широкоэкранный</PresentationFormat>
  <Paragraphs>18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3" baseType="lpstr">
      <vt:lpstr>Calibri</vt:lpstr>
      <vt:lpstr>Tw Cen MT</vt:lpstr>
      <vt:lpstr>Tw Cen MT Condensed</vt:lpstr>
      <vt:lpstr>Wingdings 3</vt:lpstr>
      <vt:lpstr>Интеграл</vt:lpstr>
      <vt:lpstr>Разработка информационной системы отеля.</vt:lpstr>
      <vt:lpstr>Задачи проекта</vt:lpstr>
      <vt:lpstr>Логическая модель базы данных</vt:lpstr>
      <vt:lpstr>Архитектура информационной системы</vt:lpstr>
      <vt:lpstr>Средства разработки </vt:lpstr>
      <vt:lpstr>Функции приложения</vt:lpstr>
      <vt:lpstr>Заключение</vt:lpstr>
      <vt:lpstr>Спасибо за внимание!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информационной системы для авиакомпании.</dc:title>
  <dc:creator>Homer Menson</dc:creator>
  <cp:lastModifiedBy>Homer Menson</cp:lastModifiedBy>
  <cp:revision>6</cp:revision>
  <dcterms:created xsi:type="dcterms:W3CDTF">2020-05-21T16:03:10Z</dcterms:created>
  <dcterms:modified xsi:type="dcterms:W3CDTF">2021-01-30T17:00:31Z</dcterms:modified>
</cp:coreProperties>
</file>